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72" r:id="rId10"/>
    <p:sldId id="274" r:id="rId11"/>
    <p:sldId id="276" r:id="rId12"/>
    <p:sldId id="281" r:id="rId13"/>
    <p:sldId id="277" r:id="rId14"/>
    <p:sldId id="278" r:id="rId15"/>
    <p:sldId id="279" r:id="rId16"/>
    <p:sldId id="280" r:id="rId17"/>
    <p:sldId id="269" r:id="rId18"/>
    <p:sldId id="271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179388" y="692150"/>
            <a:ext cx="8913812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88" y="549275"/>
            <a:ext cx="9144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1908175" y="2492375"/>
            <a:ext cx="5545138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755650" y="620713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88" y="333375"/>
            <a:ext cx="9144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5797550" y="4438650"/>
            <a:ext cx="3340100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sureshkumarbalasubramanianin/-BRICS-Hi---Tech-Future-Skill-Competetion_UAV-Operation_Team-INDI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rPr lang="en-IN"/>
              <a:t>UAV OPERATION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2320" y="2247265"/>
            <a:ext cx="7764145" cy="2191385"/>
          </a:xfrm>
        </p:spPr>
        <p:txBody>
          <a:bodyPr/>
          <a:lstStyle/>
          <a:p>
            <a:pPr algn="ctr"/>
            <a:r>
              <a:rPr lang="en-IN">
                <a:sym typeface="+mn-ea"/>
              </a:rPr>
              <a:t>BRICS FUTURE </a:t>
            </a:r>
            <a:r>
              <a:rPr>
                <a:sym typeface="+mn-ea"/>
              </a:rPr>
              <a:t>Hi-Tech Skill Championship – Ekaterinburg, Russia</a:t>
            </a:r>
            <a:endParaRPr>
              <a:sym typeface="+mn-ea"/>
            </a:endParaRPr>
          </a:p>
          <a:p>
            <a:pPr algn="ctr"/>
            <a:r>
              <a:rPr>
                <a:sym typeface="+mn-ea"/>
              </a:rPr>
              <a:t>Presented</a:t>
            </a:r>
            <a:r>
              <a:rPr lang="en-IN">
                <a:sym typeface="+mn-ea"/>
              </a:rPr>
              <a:t> </a:t>
            </a:r>
            <a:r>
              <a:rPr>
                <a:sym typeface="+mn-ea"/>
              </a:rPr>
              <a:t>by</a:t>
            </a:r>
            <a:endParaRPr>
              <a:sym typeface="+mn-ea"/>
            </a:endParaRPr>
          </a:p>
          <a:p>
            <a:pPr algn="ctr"/>
            <a:r>
              <a:rPr lang="en-IN">
                <a:sym typeface="+mn-ea"/>
              </a:rPr>
              <a:t>SureshKumar </a:t>
            </a:r>
            <a:r>
              <a:rPr>
                <a:sym typeface="+mn-ea"/>
              </a:rPr>
              <a:t>Balasubramanian</a:t>
            </a:r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5600700" y="522160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9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>
                <a:latin typeface="Times New Roman" panose="02020603050405020304" charset="0"/>
                <a:cs typeface="Times New Roman" panose="02020603050405020304" charset="0"/>
              </a:rPr>
              <a:t>MODULE </a:t>
            </a:r>
            <a:r>
              <a:rPr lang="en-IN"/>
              <a:t>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Farmers face difficulties in transporting produce and materials across large fields.</a:t>
            </a:r>
            <a:endParaRPr sz="2800"/>
          </a:p>
          <a:p>
            <a:r>
              <a:rPr sz="2800"/>
              <a:t>Manual transport is time-consuming and labor-intensive.</a:t>
            </a:r>
            <a:endParaRPr sz="2800"/>
          </a:p>
          <a:p>
            <a:r>
              <a:rPr sz="2800"/>
              <a:t>Objective: </a:t>
            </a:r>
            <a:r>
              <a:rPr lang="en-IN" sz="2800"/>
              <a:t>Design and development of a cargo transportation unit for agriculture</a:t>
            </a:r>
            <a:endParaRPr lang="en-IN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Component Details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2800"/>
              <a:t>Flight Controller:</a:t>
            </a:r>
            <a:r>
              <a:rPr lang="en-IN" sz="2800"/>
              <a:t>	</a:t>
            </a:r>
            <a:r>
              <a:rPr sz="2800"/>
              <a:t> Pixracer</a:t>
            </a:r>
            <a:endParaRPr sz="2800"/>
          </a:p>
          <a:p>
            <a:pPr algn="just"/>
            <a:r>
              <a:rPr sz="2800"/>
              <a:t>Receiver: </a:t>
            </a:r>
            <a:r>
              <a:rPr lang="en-IN" sz="2800"/>
              <a:t>		</a:t>
            </a:r>
            <a:r>
              <a:rPr sz="2800"/>
              <a:t>ELRS</a:t>
            </a:r>
            <a:endParaRPr sz="2800"/>
          </a:p>
          <a:p>
            <a:pPr algn="just"/>
            <a:r>
              <a:rPr sz="2800"/>
              <a:t>Transmitter: </a:t>
            </a:r>
            <a:r>
              <a:rPr lang="en-IN" sz="2800"/>
              <a:t>		</a:t>
            </a:r>
            <a:r>
              <a:rPr sz="2800"/>
              <a:t>Radiomaster TX12 ELRS</a:t>
            </a:r>
            <a:endParaRPr sz="2800"/>
          </a:p>
          <a:p>
            <a:pPr algn="just"/>
            <a:r>
              <a:rPr sz="2800"/>
              <a:t>Motors: </a:t>
            </a:r>
            <a:r>
              <a:rPr lang="en-IN" sz="2800"/>
              <a:t>			</a:t>
            </a:r>
            <a:r>
              <a:rPr sz="2800"/>
              <a:t>2300KV BLDC (x4)</a:t>
            </a:r>
            <a:endParaRPr sz="2800"/>
          </a:p>
          <a:p>
            <a:pPr algn="just"/>
            <a:r>
              <a:rPr sz="2800"/>
              <a:t> Propellers: </a:t>
            </a:r>
            <a:r>
              <a:rPr lang="en-IN" sz="2800"/>
              <a:t>		</a:t>
            </a:r>
            <a:r>
              <a:rPr sz="2800"/>
              <a:t>5-inch Triblade</a:t>
            </a:r>
            <a:endParaRPr sz="2800"/>
          </a:p>
          <a:p>
            <a:pPr algn="just"/>
            <a:r>
              <a:rPr sz="2800"/>
              <a:t> Servo: </a:t>
            </a:r>
            <a:r>
              <a:rPr lang="en-IN" sz="2800"/>
              <a:t>			</a:t>
            </a:r>
            <a:r>
              <a:rPr sz="2800"/>
              <a:t>5V Metal Gear Servo</a:t>
            </a:r>
            <a:endParaRPr sz="2800"/>
          </a:p>
          <a:p>
            <a:pPr algn="just"/>
            <a:r>
              <a:rPr sz="2800"/>
              <a:t>Gripper: </a:t>
            </a:r>
            <a:r>
              <a:rPr lang="en-IN" sz="2800"/>
              <a:t>			</a:t>
            </a:r>
            <a:r>
              <a:rPr sz="2800"/>
              <a:t>3D Printed 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2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Electrical Schematic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70" y="1417955"/>
            <a:ext cx="8650605" cy="4708525"/>
          </a:xfrm>
        </p:spPr>
        <p:txBody>
          <a:bodyPr/>
          <a:lstStyle/>
          <a:p>
            <a:pPr marL="0" indent="0">
              <a:buNone/>
            </a:pPr>
            <a:r>
              <a:rPr lang="en-IN"/>
              <a:t>Electrical </a:t>
            </a:r>
            <a:r>
              <a:t>schematic diagram(showing connections for</a:t>
            </a:r>
            <a:r>
              <a:rPr lang="en-IN"/>
              <a:t> </a:t>
            </a:r>
            <a:r>
              <a:t>FC, motors, ESCs, servo, and power).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b="9279"/>
          <a:stretch>
            <a:fillRect/>
          </a:stretch>
        </p:blipFill>
        <p:spPr>
          <a:xfrm>
            <a:off x="2500630" y="3088640"/>
            <a:ext cx="3376295" cy="2818765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4835525" y="3499485"/>
            <a:ext cx="1041400" cy="13398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28575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9" name="Text Box 8"/>
          <p:cNvSpPr txBox="1"/>
          <p:nvPr/>
        </p:nvSpPr>
        <p:spPr>
          <a:xfrm>
            <a:off x="5876925" y="3088640"/>
            <a:ext cx="15563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/>
              <a:t>SERVO OUT AUX 5</a:t>
            </a:r>
            <a:endParaRPr lang="en-IN" altLang="en-GB"/>
          </a:p>
          <a:p>
            <a:endParaRPr lang="en-IN" altLang="en-GB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975225" y="3747135"/>
            <a:ext cx="901700" cy="49847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28575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2" name="Text Box 11"/>
          <p:cNvSpPr txBox="1"/>
          <p:nvPr/>
        </p:nvSpPr>
        <p:spPr>
          <a:xfrm>
            <a:off x="5876925" y="3765550"/>
            <a:ext cx="20802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/>
              <a:t>MAIN OUT FOR MOTORS </a:t>
            </a:r>
            <a:endParaRPr lang="en-IN" altLang="en-GB"/>
          </a:p>
          <a:p>
            <a:r>
              <a:rPr lang="en-IN" altLang="en-GB"/>
              <a:t>Aux 1 - Aux 4</a:t>
            </a:r>
            <a:endParaRPr lang="en-IN" altLang="en-GB"/>
          </a:p>
          <a:p>
            <a:endParaRPr lang="en-IN" altLang="en-GB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500630" y="4588510"/>
            <a:ext cx="587375" cy="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28575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4" name="Text Box 13"/>
          <p:cNvSpPr txBox="1"/>
          <p:nvPr/>
        </p:nvSpPr>
        <p:spPr>
          <a:xfrm>
            <a:off x="951230" y="4358005"/>
            <a:ext cx="1549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/>
              <a:t>ELRS RECIVER IN </a:t>
            </a:r>
            <a:endParaRPr lang="en-IN" altLang="en-GB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617720" y="5160645"/>
            <a:ext cx="1259205" cy="7302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34925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7" name="Text Box 16"/>
          <p:cNvSpPr txBox="1"/>
          <p:nvPr/>
        </p:nvSpPr>
        <p:spPr>
          <a:xfrm>
            <a:off x="5876925" y="5003165"/>
            <a:ext cx="1993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/>
              <a:t>POWER INPUT</a:t>
            </a:r>
            <a:endParaRPr lang="en-IN" altLang="en-GB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125595" y="5371465"/>
            <a:ext cx="1751330" cy="53594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28575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9" name="Text Box 18"/>
          <p:cNvSpPr txBox="1"/>
          <p:nvPr/>
        </p:nvSpPr>
        <p:spPr>
          <a:xfrm>
            <a:off x="5876925" y="5459095"/>
            <a:ext cx="2353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/>
              <a:t>USB FOR CONNECTION AND CALIBRATION</a:t>
            </a:r>
            <a:endParaRPr lang="en-IN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•Drone hovers over cargo location.</a:t>
            </a:r>
          </a:p>
          <a:p>
            <a:r>
              <a:t> Servo gripper closes to pick up payload </a:t>
            </a:r>
            <a:r>
              <a:rPr lang="en-IN"/>
              <a:t>  </a:t>
            </a:r>
            <a:r>
              <a:t>via AUX channel 5 control.</a:t>
            </a:r>
          </a:p>
          <a:p>
            <a:r>
              <a:t> Drone navigates to drop point.</a:t>
            </a:r>
          </a:p>
          <a:p>
            <a:r>
              <a:t> Servo opens to release payload.</a:t>
            </a:r>
          </a:p>
          <a:p>
            <a:r>
              <a:t>Demonstrates remote-controlled precision and stability.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Flight Controller Setup – Pixracer</a:t>
            </a:r>
            <a:endParaRPr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Configured through Mission Planner.</a:t>
            </a:r>
          </a:p>
          <a:p>
            <a:r>
              <a:t>AUX 5 output assigned to servo channel.</a:t>
            </a:r>
          </a:p>
          <a:p>
            <a:r>
              <a:t> Servo end-points calibrated.</a:t>
            </a:r>
          </a:p>
          <a:p>
            <a:r>
              <a:t> ELRS Receiver paired with Radiomaster TX12 for reliable signal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Servo Gripper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3D printed mechanical hook attached to drone base.</a:t>
            </a:r>
          </a:p>
          <a:p>
            <a:r>
              <a:t>5V Metal Gear Servo provides actuation.</a:t>
            </a:r>
          </a:p>
          <a:p>
            <a:r>
              <a:t>Controlled via transmitter switch mapped to Channel 5.</a:t>
            </a:r>
          </a:p>
          <a:p>
            <a:r>
              <a:t>Lightweight and efficient design to handle moderate payloads.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2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MODULE B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GB"/>
              <a:t>The powerlines are huge source of electricity us so for the maintance of the powerlines we are using drones for it</a:t>
            </a:r>
            <a:endParaRPr lang="en-IN" altLang="en-GB"/>
          </a:p>
          <a:p>
            <a:pPr marL="0" indent="0">
              <a:buNone/>
            </a:pPr>
            <a:endParaRPr lang="en-IN" altLang="en-GB"/>
          </a:p>
          <a:p>
            <a:r>
              <a:rPr lang="en-IN" altLang="en-GB"/>
              <a:t>Objective : Maintance of powerlines using UAV</a:t>
            </a:r>
            <a:endParaRPr lang="en-IN" altLang="en-GB"/>
          </a:p>
          <a:p>
            <a:endParaRPr lang="en-IN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/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Project Objective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p>
            <a:r>
              <a:t> Design and build a UAV for power line inspection and light maintenance tasks.</a:t>
            </a:r>
          </a:p>
          <a:p>
            <a:r>
              <a:t> Integrate a servo-controlled manipulator for simple mechanical repairs or cleaning.</a:t>
            </a:r>
          </a:p>
          <a:p>
            <a:r>
              <a:t> Optimize flight stability using Pixracer FC and ELRS control system.</a:t>
            </a:r>
          </a:p>
          <a:p>
            <a:r>
              <a:t> Enable safe remote operation near high-voltage environments.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Times New Roman" panose="02020603050405020304" charset="0"/>
                <a:cs typeface="Times New Roman" panose="02020603050405020304" charset="0"/>
              </a:rPr>
              <a:t>Component Details</a:t>
            </a:r>
            <a:endParaRPr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sz="2800"/>
              <a:t>Flight Controller:</a:t>
            </a:r>
            <a:r>
              <a:rPr lang="en-IN" sz="2800"/>
              <a:t>	</a:t>
            </a:r>
            <a:r>
              <a:rPr sz="2800"/>
              <a:t> Pixracer</a:t>
            </a:r>
            <a:endParaRPr sz="2800"/>
          </a:p>
          <a:p>
            <a:pPr algn="just"/>
            <a:r>
              <a:rPr sz="2800"/>
              <a:t>Receiver: </a:t>
            </a:r>
            <a:r>
              <a:rPr lang="en-IN" sz="2800"/>
              <a:t>		</a:t>
            </a:r>
            <a:r>
              <a:rPr sz="2800"/>
              <a:t>ELRS</a:t>
            </a:r>
            <a:endParaRPr sz="2800"/>
          </a:p>
          <a:p>
            <a:pPr algn="just"/>
            <a:r>
              <a:rPr sz="2800"/>
              <a:t>Transmitter: </a:t>
            </a:r>
            <a:r>
              <a:rPr lang="en-IN" sz="2800"/>
              <a:t>		</a:t>
            </a:r>
            <a:r>
              <a:rPr sz="2800"/>
              <a:t>Radiomaster TX12 ELRS</a:t>
            </a:r>
            <a:endParaRPr sz="2800"/>
          </a:p>
          <a:p>
            <a:pPr algn="just"/>
            <a:r>
              <a:rPr sz="2800"/>
              <a:t>Motors: </a:t>
            </a:r>
            <a:r>
              <a:rPr lang="en-IN" sz="2800"/>
              <a:t>			</a:t>
            </a:r>
            <a:r>
              <a:rPr sz="2800"/>
              <a:t>2300KV BLDC (x4)</a:t>
            </a:r>
            <a:endParaRPr sz="2800"/>
          </a:p>
          <a:p>
            <a:pPr algn="just"/>
            <a:r>
              <a:rPr sz="2800"/>
              <a:t> Propellers: </a:t>
            </a:r>
            <a:r>
              <a:rPr lang="en-IN" sz="2800"/>
              <a:t>		</a:t>
            </a:r>
            <a:r>
              <a:rPr sz="2800"/>
              <a:t>5-inch Triblade</a:t>
            </a:r>
            <a:endParaRPr sz="2800"/>
          </a:p>
          <a:p>
            <a:pPr algn="just"/>
            <a:r>
              <a:rPr sz="2800"/>
              <a:t> Servo: </a:t>
            </a:r>
            <a:r>
              <a:rPr lang="en-IN" sz="2800"/>
              <a:t>			</a:t>
            </a:r>
            <a:r>
              <a:rPr sz="2800"/>
              <a:t>5V Metal Gear Servo</a:t>
            </a:r>
            <a:endParaRPr sz="2800"/>
          </a:p>
          <a:p>
            <a:pPr algn="just"/>
            <a:r>
              <a:rPr lang="en-IN" sz="2800"/>
              <a:t>Drone Arm</a:t>
            </a:r>
            <a:r>
              <a:rPr sz="2800"/>
              <a:t>: </a:t>
            </a:r>
            <a:r>
              <a:rPr lang="en-IN" sz="2800"/>
              <a:t>		</a:t>
            </a:r>
            <a:r>
              <a:rPr sz="2800"/>
              <a:t>3D Printed 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/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Servo Arm Mechanism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 3D-printed lightweight servo arm mounted under UAV.</a:t>
            </a:r>
          </a:p>
          <a:p>
            <a:r>
              <a:t>Controlled via transmitter switch mapped to Channel 5.</a:t>
            </a:r>
          </a:p>
          <a:p>
            <a:r>
              <a:t>Designed for minor maintenance like brushing insulators or placing sensors.</a:t>
            </a:r>
          </a:p>
          <a:p>
            <a:r>
              <a:t>Metal gear servo provides precision and strength.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t>Demonstration includes lifting and dropping a payload within the farm field.</a:t>
            </a:r>
          </a:p>
          <a:p>
            <a:pPr algn="just"/>
            <a:r>
              <a:t>Showcases control, stability, and payload handling.</a:t>
            </a:r>
          </a:p>
          <a:p>
            <a:pPr algn="just"/>
            <a:r>
              <a:t>Smooth servo operation and safe </a:t>
            </a:r>
            <a:r>
              <a:rPr lang="en-IN"/>
              <a:t>Landi</a:t>
            </a:r>
            <a:r>
              <a:t>ng</a:t>
            </a:r>
            <a:r>
              <a:rPr lang="en-IN"/>
              <a:t> on the powerlines with removal of obstacles are</a:t>
            </a:r>
            <a:r>
              <a:t> demonstrated.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Pre-flight check: Verify all connections and propellers.</a:t>
            </a:r>
          </a:p>
          <a:p>
            <a:r>
              <a:t>• Maintain 10-meter safety zone during operation.</a:t>
            </a:r>
          </a:p>
          <a:p>
            <a:r>
              <a:t>• Regular calibration of flight controller.</a:t>
            </a:r>
          </a:p>
          <a:p>
            <a:r>
              <a:t>• Inspect gripper mechanism before each flight.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User manual for operation and maintenance.</a:t>
            </a:r>
          </a:p>
          <a:p>
            <a:r>
              <a:rPr lang="en-IN"/>
              <a:t>3D model of the servo Arm</a:t>
            </a:r>
          </a:p>
          <a:p>
            <a:r>
              <a:t>Wiring schematic and assembly steps documented.</a:t>
            </a:r>
          </a:p>
          <a:p>
            <a:r>
              <a:t>Test results recorded.</a:t>
            </a:r>
          </a:p>
          <a:p>
            <a:r>
              <a:t>Data to be used for further system optimization.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 GPS for Position Hold.</a:t>
            </a:r>
          </a:p>
          <a:p>
            <a:r>
              <a:t>Enable autonomous waypoint missions.</a:t>
            </a:r>
          </a:p>
          <a:p>
            <a:r>
              <a:t>Develop lightweight frame for improved efficiency.</a:t>
            </a:r>
          </a:p>
          <a:p>
            <a:r>
              <a:t> Add telemetry for real-time monitoring.</a:t>
            </a:r>
          </a:p>
          <a:p>
            <a:r>
              <a:t> Increase payload capacity.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cargo transport drone provides a practical, efficient, and scalable solution for farm logistics.</a:t>
            </a:r>
          </a:p>
          <a:p>
            <a:r>
              <a:t>The project demonstrates the integration of mechatronic systems with UAV technology</a:t>
            </a:r>
            <a:r>
              <a:rPr lang="en-IN"/>
              <a:t> for Powerline Inspection</a:t>
            </a:r>
            <a:r>
              <a:t>.</a:t>
            </a:r>
          </a:p>
          <a:p>
            <a:r>
              <a:t>Further advancements in automation and GPS control will enhance operational reliability.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REFERENCES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https://px4.io/</a:t>
            </a:r>
            <a:endParaRPr lang="en-US" altLang="en-GB"/>
          </a:p>
          <a:p>
            <a:r>
              <a:rPr lang="en-US" altLang="en-GB"/>
              <a:t>https://qgroundcontrol.com/</a:t>
            </a:r>
            <a:endParaRPr lang="en-US" altLang="en-GB"/>
          </a:p>
          <a:p>
            <a:r>
              <a:rPr lang="en-US" altLang="en-GB"/>
              <a:t>https://github.com/mavlink/qgroundcontrol</a:t>
            </a:r>
            <a:endParaRPr lang="en-US" altLang="en-GB"/>
          </a:p>
          <a:p>
            <a:r>
              <a:rPr lang="en-US" altLang="en-GB"/>
              <a:t>https://github.com/ArduPilot/ardupilot</a:t>
            </a: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Presented by: </a:t>
            </a:r>
            <a:r>
              <a:rPr lang="en-IN" sz="2800"/>
              <a:t>SureshKumar</a:t>
            </a:r>
            <a:r>
              <a:rPr sz="2800"/>
              <a:t>Balasubramanian</a:t>
            </a:r>
            <a:endParaRPr sz="2800"/>
          </a:p>
          <a:p>
            <a:r>
              <a:rPr sz="2800"/>
              <a:t>Representing: India</a:t>
            </a:r>
            <a:endParaRPr sz="2800"/>
          </a:p>
          <a:p>
            <a:r>
              <a:rPr sz="2800"/>
              <a:t>Event: Hi-Tech Skill Championship, Ekaterinburg, Russia</a:t>
            </a:r>
            <a:endParaRPr sz="2800"/>
          </a:p>
          <a:p>
            <a:r>
              <a:rPr sz="2800"/>
              <a:t>Special thanks to mentors, organizers, and supporting institutions.</a:t>
            </a:r>
            <a:endParaRPr sz="2800"/>
          </a:p>
          <a:p>
            <a:r>
              <a:rPr lang="en-IN" sz="2800">
                <a:hlinkClick r:id="rId1" tooltip="" action="ppaction://hlinkfile"/>
              </a:rPr>
              <a:t>https://github.com/sureshkumarbalasubramanianin/-BRICS-Hi---Tech-Future-Skill-Competetion_UAV-Operation_Team-INDIA</a:t>
            </a:r>
            <a:endParaRPr lang="en-IN" sz="2800">
              <a:hlinkClick r:id="rId1" tooltip="" action="ppaction://hlinkfi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3998</Words>
  <Application>WPS Presentation</Application>
  <PresentationFormat>On-screen Show (4:3)</PresentationFormat>
  <Paragraphs>142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Microsoft YaHei</vt:lpstr>
      <vt:lpstr>Arial Unicode MS</vt:lpstr>
      <vt:lpstr>Calibri</vt:lpstr>
      <vt:lpstr>Times New Roman</vt:lpstr>
      <vt:lpstr>Business Cooperate</vt:lpstr>
      <vt:lpstr>Cargo Transport Drone for Farm Field Applications</vt:lpstr>
      <vt:lpstr>Problem Statement</vt:lpstr>
      <vt:lpstr>Component Details</vt:lpstr>
      <vt:lpstr>Electrical Schematic</vt:lpstr>
      <vt:lpstr>Working Principle</vt:lpstr>
      <vt:lpstr>Flight Controller Setup – Pixracer</vt:lpstr>
      <vt:lpstr>Servo Gripper Mechanism</vt:lpstr>
      <vt:lpstr>PowerPoint 演示文稿</vt:lpstr>
      <vt:lpstr>Project Objective</vt:lpstr>
      <vt:lpstr>Component Details</vt:lpstr>
      <vt:lpstr>Servo Arm Mechanism</vt:lpstr>
      <vt:lpstr>Demonstration Summary</vt:lpstr>
      <vt:lpstr>Safety &amp; Maintenance</vt:lpstr>
      <vt:lpstr>Documentation Overview</vt:lpstr>
      <vt:lpstr>Future Development</vt:lpstr>
      <vt:lpstr>Conclusion</vt:lpstr>
      <vt:lpstr>PowerPoint 演示文稿</vt:lpstr>
      <vt:lpstr>Acknowledgment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Admin</cp:lastModifiedBy>
  <cp:revision>16</cp:revision>
  <dcterms:created xsi:type="dcterms:W3CDTF">2013-01-27T09:14:00Z</dcterms:created>
  <dcterms:modified xsi:type="dcterms:W3CDTF">2025-11-13T10:04:27Z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FAC820F524F6462385D0BDCB900D123D_13</vt:lpwstr>
  </property>
  <property fmtid="{D5CDD505-2E9C-101B-9397-08002B2CF9AE}" pid="3" name="KSOProductBuildVer">
    <vt:lpwstr>2057-12.2.0.23155</vt:lpwstr>
  </property>
</Properties>
</file>